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00cba417-bc40-30f2-1e82-6e6c3dc6b0fe}">
          <p14:sldIdLst>
            <p14:sldId id="256"/>
          </p14:sldIdLst>
        </p14:section>
        <p14:section name="章の区切り" id="{ac8ab093-3bae-103d-df04-26bbc4f81686}">
          <p14:sldIdLst>
            <p14:sldId id="257"/>
          </p14:sldIdLst>
        </p14:section>
        <p14:section name="本文" id="{56c7796d-832e-d4e3-cfb3-3f618650aa76}">
          <p14:sldIdLst>
            <p14:sldId id="258"/>
          </p14:sldIdLst>
        </p14:section>
        <p14:section name="文と図" id="{76df86bf-5919-74da-9e5a-4b0c44cadff8}">
          <p14:sldIdLst>
            <p14:sldId id="259"/>
          </p14:sldIdLst>
        </p14:section>
        <p14:section name="比べる" id="{21c2cafe-ba19-7e79-2b3e-8cb312849509}">
          <p14:sldIdLst>
            <p14:sldId id="260"/>
          </p14:sldIdLst>
        </p14:section>
        <p14:section name="式とコード" id="{dc506ea3-c3fd-4da9-e1fa-0625a9eb2479}">
          <p14:sldIdLst>
            <p14:sldId id="261"/>
          </p14:sldIdLst>
        </p14:section>
        <p14:section name="数字" id="{70e12d32-67d5-a826-0b6c-d994e51b4809}">
          <p14:sldIdLst>
            <p14:sldId id="262"/>
          </p14:sldIdLst>
        </p14:section>
        <p14:section name="まとめ" id="{a0469dc4-e61e-ea34-c075-7331ed52405d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レイアウト 「表紙」 の見本。 複製して使う。 構成のメモは docs/presentation/outline.txt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レイアウト 「章の区切り」 の見本。 複製して使う。 構成のメモは docs/presentation/outline.txt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レイアウト 「本文」 の見本。 複製して使う。 構成のメモは docs/presentation/outline.txt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レイアウト 「文と図」 の見本。 複製して使う。 構成のメモは docs/presentation/outline.txt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レイアウト 「比べる」 の見本。 複製して使う。 構成のメモは docs/presentation/outline.txt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レイアウト 「式とコード」 の見本。 複製して使う。 構成のメモは docs/presentation/outline.txt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レイアウト 「数字」 の見本。 複製して使う。 構成のメモは docs/presentation/outline.txt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レイアウト 「まとめ」 の見本。 複製して使う。 構成のメモは docs/presentation/outline.txt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8595360" y="914400"/>
            <a:ext cx="2468880" cy="2468880"/>
          </a:xfrm>
          <a:prstGeom prst="rect">
            <a:avLst/>
          </a:prstGeom>
          <a:solidFill>
            <a:schemeClr val="accent1">
              <a:alpha val="22000"/>
            </a:schemeClr>
          </a:solidFill>
          <a:ln w="15875">
            <a:solidFill>
              <a:schemeClr val="accent2">
                <a:alpha val="7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60000">
            <a:off x="10149840" y="2468880"/>
            <a:ext cx="1920240" cy="1920240"/>
          </a:xfrm>
          <a:prstGeom prst="rect">
            <a:avLst/>
          </a:prstGeom>
          <a:solidFill>
            <a:schemeClr val="accent2">
              <a:alpha val="18000"/>
            </a:schemeClr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8869680" y="3749040"/>
            <a:ext cx="1188720" cy="1188720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31520" y="20574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発表のタイトル</a:t>
            </a:r>
            <a:endParaRPr lang="en-US" sz="4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731520" y="361188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サブタイトル (一言で何をしたか)</a:t>
            </a:r>
            <a:endParaRPr lang="en-US" sz="2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731520" y="5257800"/>
            <a:ext cx="74980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名前 ・ 所属 ・ 日付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の区切り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9052560" y="1463040"/>
            <a:ext cx="2098548" cy="2098548"/>
          </a:xfrm>
          <a:prstGeom prst="rect">
            <a:avLst/>
          </a:prstGeom>
          <a:solidFill>
            <a:schemeClr val="accent1">
              <a:alpha val="22000"/>
            </a:schemeClr>
          </a:solidFill>
          <a:ln w="15875">
            <a:solidFill>
              <a:schemeClr val="accent2">
                <a:alpha val="7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60000">
            <a:off x="10373868" y="2784348"/>
            <a:ext cx="1632204" cy="1632204"/>
          </a:xfrm>
          <a:prstGeom prst="rect">
            <a:avLst/>
          </a:prstGeom>
          <a:solidFill>
            <a:schemeClr val="accent2">
              <a:alpha val="18000"/>
            </a:schemeClr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9285732" y="3872484"/>
            <a:ext cx="1010412" cy="1010412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73152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01</a:t>
            </a:r>
            <a:endParaRPr lang="en-US" sz="6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731520" y="297180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章の見出し</a:t>
            </a:r>
            <a:endParaRPr lang="en-US" sz="36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731520" y="402336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この章で話すことを一言で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SDF 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スライドの見出し (言いたいことを 1 文で)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本文 (箇条書き 3〜5 個)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文と図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SDF 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スライドの見出し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463040"/>
            <a:ext cx="512064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説明 (図の見どころを 2〜4 行で)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>
            <a:off x="6126480" y="1463040"/>
            <a:ext cx="5486400" cy="4572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2"/>
          <p:cNvSpPr/>
          <p:nvPr>
            <p:ph idx="104" hasCustomPrompt="1"/>
          </p:nvPr>
        </p:nvSpPr>
        <p:spPr>
          <a:xfrm>
            <a:off x="6355080" y="1691640"/>
            <a:ext cx="502920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図・スクリーンショット</a:t>
            </a:r>
            <a:endParaRPr lang="en-US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6355080" y="5440680"/>
            <a:ext cx="5029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図の説明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べ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SDF 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何と何を比べるか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160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7920" y="1463040"/>
            <a:ext cx="5394960" cy="4160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77724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前 (例: プリミティブ)</a:t>
            </a:r>
            <a:endParaRPr lang="en-US" sz="1600" dirty="0"/>
          </a:p>
        </p:txBody>
      </p:sp>
      <p:sp>
        <p:nvSpPr>
          <p:cNvPr id="7" name="Text 3"/>
          <p:cNvSpPr/>
          <p:nvPr>
            <p:ph idx="105" hasCustomPrompt="1"/>
          </p:nvPr>
        </p:nvSpPr>
        <p:spPr>
          <a:xfrm>
            <a:off x="777240" y="2103120"/>
            <a:ext cx="493776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図</a:t>
            </a:r>
            <a:endParaRPr lang="en-US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44652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後 (例: SDF の氷)</a:t>
            </a:r>
            <a:endParaRPr lang="en-US" sz="1600" dirty="0"/>
          </a:p>
        </p:txBody>
      </p:sp>
      <p:sp>
        <p:nvSpPr>
          <p:cNvPr id="9" name="Text 3"/>
          <p:cNvSpPr/>
          <p:nvPr>
            <p:ph idx="107" hasCustomPrompt="1"/>
          </p:nvPr>
        </p:nvSpPr>
        <p:spPr>
          <a:xfrm>
            <a:off x="6446520" y="2103120"/>
            <a:ext cx="493776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図</a:t>
            </a:r>
            <a:endParaRPr lang="en-US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違いを一言で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式とコード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SDF 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式・アルゴリズムの見出し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4572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22960" y="1691640"/>
            <a:ext cx="612648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式・コード (短く)</a:t>
            </a:r>
            <a:endParaRPr lang="en-US" sz="16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589520" y="1463040"/>
            <a:ext cx="402336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1 行ずつの意味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数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SDF 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数字で言えること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35204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22960" y="2103120"/>
            <a:ext cx="2971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00</a:t>
            </a:r>
            <a:endParaRPr lang="en-US" sz="5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22960" y="3611880"/>
            <a:ext cx="2971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数字の意味 (単位も)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4297680" y="1737360"/>
            <a:ext cx="35204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4572000" y="2103120"/>
            <a:ext cx="2971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00</a:t>
            </a:r>
            <a:endParaRPr lang="en-US" sz="54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4572000" y="3611880"/>
            <a:ext cx="2971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数字の意味 (単位も)</a:t>
            </a:r>
            <a:endParaRPr lang="en-US" sz="1600" dirty="0"/>
          </a:p>
        </p:txBody>
      </p:sp>
      <p:sp>
        <p:nvSpPr>
          <p:cNvPr id="10" name="Shape 3"/>
          <p:cNvSpPr/>
          <p:nvPr/>
        </p:nvSpPr>
        <p:spPr>
          <a:xfrm>
            <a:off x="8046720" y="1737360"/>
            <a:ext cx="35204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4"/>
          <p:cNvSpPr/>
          <p:nvPr>
            <p:ph idx="109" type="body" hasCustomPrompt="1"/>
          </p:nvPr>
        </p:nvSpPr>
        <p:spPr>
          <a:xfrm>
            <a:off x="8321040" y="2103120"/>
            <a:ext cx="2971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00</a:t>
            </a:r>
            <a:endParaRPr lang="en-US" sz="5400" dirty="0"/>
          </a:p>
        </p:txBody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8321040" y="3611880"/>
            <a:ext cx="2971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数字の意味 (単位も)</a:t>
            </a:r>
            <a:endParaRPr lang="en-US" sz="1600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測った条件 (画面の大きさ・GPU など)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まとめ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9235440" y="3017520"/>
            <a:ext cx="1851660" cy="1851660"/>
          </a:xfrm>
          <a:prstGeom prst="rect">
            <a:avLst/>
          </a:prstGeom>
          <a:solidFill>
            <a:schemeClr val="accent1">
              <a:alpha val="22000"/>
            </a:schemeClr>
          </a:solidFill>
          <a:ln w="15875">
            <a:solidFill>
              <a:schemeClr val="accent2">
                <a:alpha val="7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60000">
            <a:off x="10401300" y="4183380"/>
            <a:ext cx="1440180" cy="1440180"/>
          </a:xfrm>
          <a:prstGeom prst="rect">
            <a:avLst/>
          </a:prstGeom>
          <a:solidFill>
            <a:schemeClr val="accent2">
              <a:alpha val="18000"/>
            </a:schemeClr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9441180" y="5143500"/>
            <a:ext cx="891540" cy="891540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31520" y="82296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まとめ</a:t>
            </a:r>
            <a:endParaRPr lang="en-US" sz="3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731520" y="2011680"/>
            <a:ext cx="804672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持ち帰ってほしいこと (3 つ)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title" hasCustomPrompt="1"/>
          </p:nvPr>
        </p:nvSpPr>
        <p:spPr>
          <a:xfrm>
            <a:off x="731520" y="20574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40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731520" y="3611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31520" y="5257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73152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731520" y="2971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6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31520" y="4023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46304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2"/>
          <p:cNvSpPr/>
          <p:nvPr>
            <p:ph idx="104" hasCustomPrompt="1"/>
          </p:nvPr>
        </p:nvSpPr>
        <p:spPr>
          <a:xfrm>
            <a:off x="6355080" y="1691640"/>
            <a:ext cx="5029200" cy="36118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6355080" y="5440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77724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3"/>
          <p:cNvSpPr/>
          <p:nvPr>
            <p:ph idx="105" hasCustomPrompt="1"/>
          </p:nvPr>
        </p:nvSpPr>
        <p:spPr>
          <a:xfrm>
            <a:off x="777240" y="2103120"/>
            <a:ext cx="4937760" cy="3291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>
            <p:ph idx="106" type="body" hasCustomPrompt="1"/>
          </p:nvPr>
        </p:nvSpPr>
        <p:spPr>
          <a:xfrm>
            <a:off x="644652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7" name="Text 3"/>
          <p:cNvSpPr/>
          <p:nvPr>
            <p:ph idx="107" hasCustomPrompt="1"/>
          </p:nvPr>
        </p:nvSpPr>
        <p:spPr>
          <a:xfrm>
            <a:off x="6446520" y="2103120"/>
            <a:ext cx="4937760" cy="3291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>
            <p:ph idx="108" type="body" hasCustomPrompt="1"/>
          </p:nvPr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822960" y="169164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7589520" y="1463040"/>
            <a:ext cx="4023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822960" y="2103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54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22960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3"/>
          <p:cNvSpPr/>
          <p:nvPr>
            <p:ph idx="106" type="body" hasCustomPrompt="1"/>
          </p:nvPr>
        </p:nvSpPr>
        <p:spPr>
          <a:xfrm>
            <a:off x="4572000" y="2103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5400" dirty="0"/>
          </a:p>
        </p:txBody>
      </p:sp>
      <p:sp>
        <p:nvSpPr>
          <p:cNvPr id="7" name="Text 3"/>
          <p:cNvSpPr/>
          <p:nvPr>
            <p:ph idx="107" type="body" hasCustomPrompt="1"/>
          </p:nvPr>
        </p:nvSpPr>
        <p:spPr>
          <a:xfrm>
            <a:off x="4572000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4"/>
          <p:cNvSpPr/>
          <p:nvPr>
            <p:ph idx="109" type="body" hasCustomPrompt="1"/>
          </p:nvPr>
        </p:nvSpPr>
        <p:spPr>
          <a:xfrm>
            <a:off x="8321040" y="2103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5400" dirty="0"/>
          </a:p>
        </p:txBody>
      </p:sp>
      <p:sp>
        <p:nvSpPr>
          <p:cNvPr id="9" name="Text 4"/>
          <p:cNvSpPr/>
          <p:nvPr>
            <p:ph idx="110" type="body" hasCustomPrompt="1"/>
          </p:nvPr>
        </p:nvSpPr>
        <p:spPr>
          <a:xfrm>
            <a:off x="8321040" y="3611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4"/>
          <p:cNvSpPr/>
          <p:nvPr>
            <p:ph idx="111" type="body" hasCustomPrompt="1"/>
          </p:nvPr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title" hasCustomPrompt="1"/>
          </p:nvPr>
        </p:nvSpPr>
        <p:spPr>
          <a:xfrm>
            <a:off x="731520" y="8229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731520" y="201168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acier">
  <a:themeElements>
    <a:clrScheme name="Glacier">
      <a:dk1>
        <a:srgbClr val="0B1D33"/>
      </a:dk1>
      <a:lt1>
        <a:srgbClr val="FFFFFF"/>
      </a:lt1>
      <a:dk2>
        <a:srgbClr val="1E3A5F"/>
      </a:dk2>
      <a:lt2>
        <a:srgbClr val="EAF4FB"/>
      </a:lt2>
      <a:accent1>
        <a:srgbClr val="4FB3E8"/>
      </a:accent1>
      <a:accent2>
        <a:srgbClr val="9AD7F3"/>
      </a:accent2>
      <a:accent3>
        <a:srgbClr val="F2A65A"/>
      </a:accent3>
      <a:accent4>
        <a:srgbClr val="6C8EA4"/>
      </a:accent4>
      <a:accent5>
        <a:srgbClr val="C5E4F3"/>
      </a:accent5>
      <a:accent6>
        <a:srgbClr val="2E6F95"/>
      </a:accent6>
      <a:hlink>
        <a:srgbClr val="2E6F95"/>
      </a:hlink>
      <a:folHlink>
        <a:srgbClr val="6C8EA4"/>
      </a:folHlink>
    </a:clrScheme>
    <a:fontScheme name="Glacier">
      <a:majorFont>
        <a:latin typeface="Yu Gothic"/>
        <a:ea typeface="Yu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Yu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SDF 氷 成果発表</dc:title>
  <dc:subject/>
  <dc:creator>HayatoOtsuki</dc:creator>
  <cp:lastModifiedBy>HayatoOtsuki</cp:lastModifiedBy>
  <cp:revision>1</cp:revision>
  <dcterms:created xsi:type="dcterms:W3CDTF">2026-10-14T23:46:50Z</dcterms:created>
  <dcterms:modified xsi:type="dcterms:W3CDTF">2026-10-14T23:46:50Z</dcterms:modified>
</cp:coreProperties>
</file>